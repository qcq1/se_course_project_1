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6" r:id="rId4"/>
    <p:sldId id="257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5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通过实现登录注册，将用户数据备份上传至服务器。</a:t>
            </a:r>
            <a:endParaRPr lang="zh-CN" altLang="en-US"/>
          </a:p>
          <a:p>
            <a:r>
              <a:rPr lang="zh-CN" altLang="en-US"/>
              <a:t>可以实现不同设备的日记同步。</a:t>
            </a:r>
            <a:endParaRPr lang="zh-CN" altLang="en-US"/>
          </a:p>
          <a:p>
            <a:r>
              <a:rPr lang="zh-CN" altLang="en-US"/>
              <a:t>避免设备损坏或者</a:t>
            </a:r>
            <a:r>
              <a:rPr lang="en-US" altLang="zh-CN"/>
              <a:t>app</a:t>
            </a:r>
            <a:r>
              <a:rPr lang="zh-CN" altLang="en-US"/>
              <a:t>误删导致的日记丢失。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01515" y="-635"/>
            <a:ext cx="3272155" cy="68586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7400" y="0"/>
            <a:ext cx="3268345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219440" y="0"/>
            <a:ext cx="3268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3540" y="0"/>
            <a:ext cx="11425555" cy="68732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MGY4ZTBmNjliMjQ5YzJhMWZmMmMwYWI1Yjk5NjRlMmE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WPS 演示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ChangQingDi WanGu</dc:creator>
  <cp:lastModifiedBy>Time Back</cp:lastModifiedBy>
  <cp:revision>2</cp:revision>
  <dcterms:created xsi:type="dcterms:W3CDTF">2023-10-17T06:55:00Z</dcterms:created>
  <dcterms:modified xsi:type="dcterms:W3CDTF">2023-10-17T07:17:22Z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B5200776733345BDBA05A7CF27FEFBEC_12</vt:lpwstr>
  </property>
  <property fmtid="{D5CDD505-2E9C-101B-9397-08002B2CF9AE}" pid="3" name="KSOProductBuildVer">
    <vt:lpwstr>2052-12.1.0.15712</vt:lpwstr>
  </property>
</Properties>
</file>